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1645920"/>
            <a:ext cx="39319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800" kern="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INLOCFIX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0" y="27432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spc="200" kern="0" dirty="0">
                <a:solidFill>
                  <a:srgbClr val="00B4D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From Invisible Work to Trusted Service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0" y="3383280"/>
            <a:ext cx="39319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384048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A0A8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D. Vivek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0" y="416052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A0A8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V. Siddharth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0" y="44805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A0A8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K. Revanth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0" y="480060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A0A8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E. Keshav Patel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0" y="512064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A0A8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G. Vamshikrishna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0" y="544068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A0A8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K. Abhisathwik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F1B2D"/>
          </a:solidFill>
          <a:ln/>
        </p:spPr>
      </p:sp>
      <p:pic>
        <p:nvPicPr>
          <p:cNvPr id="3" name="Image 0" descr="C:\Users\VIVEK-D\.gemini\antigravity\brain\23e73419-b198-484a-980a-4e6a5e244f6d\technician_repair_17774882944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5394960" cy="5394960"/>
          </a:xfrm>
          <a:prstGeom prst="ellipse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0" y="0"/>
            <a:ext cx="62480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0" y="7315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F1B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Broken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F1B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Local Service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F1B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Experience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0" y="2743200"/>
            <a:ext cx="2286000" cy="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3200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15223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Skilled workers stay invisible in neighborhoods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0" y="3840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15223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Customers trust random phone contacts blindly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0" y="44805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15223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accountability, no consistency, no safety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65760"/>
            <a:ext cx="12191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Massive Yet Ignored Market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0" y="1188720"/>
            <a:ext cx="2103120" cy="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828800"/>
            <a:ext cx="5029200" cy="41148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162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1031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Existing Urban Apps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103120" y="2743200"/>
            <a:ext cx="2286000" cy="0"/>
          </a:xfrm>
          <a:prstGeom prst="line">
            <a:avLst/>
          </a:prstGeom>
          <a:noFill/>
          <a:ln w="12700">
            <a:solidFill>
              <a:srgbClr val="F0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3017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223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▸  Funded &amp; organized platforms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3566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223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▸  Metro-city focused only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4114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223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▸  High commission structures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46634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223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▸  Tech-savvy user base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5029200" cy="4114800"/>
          </a:xfrm>
          <a:prstGeom prst="roundRect">
            <a:avLst>
              <a:gd name="adj" fmla="val 3333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27000" dist="381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21031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Informal Local Reality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772400" y="2743200"/>
            <a:ext cx="2286000" cy="0"/>
          </a:xfrm>
          <a:prstGeom prst="line">
            <a:avLst/>
          </a:prstGeom>
          <a:noFill/>
          <a:ln w="12700">
            <a:solidFill>
              <a:srgbClr val="2A3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3017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8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▸  80% workers are invisible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3566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8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▸  Word-of-mouth discovery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0" y="4114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8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▸  Zero digital presence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46634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8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▸  No trust verification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26080" y="6126480"/>
            <a:ext cx="6400800" cy="502920"/>
          </a:xfrm>
          <a:prstGeom prst="roundRect">
            <a:avLst>
              <a:gd name="adj" fmla="val 18182"/>
            </a:avLst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0" y="61264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₹30,000 Cr+ unorganized local services market waiting to be digitized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12191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Digitizing Local Trust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754880" y="1097280"/>
            <a:ext cx="2743200" cy="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pic>
        <p:nvPicPr>
          <p:cNvPr id="4" name="Image 0" descr="C:\Users\VIVEK-D\.gemini\antigravity\brain\23e73419-b198-484a-980a-4e6a5e244f6d\platform_mockup_17774883113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1371600"/>
            <a:ext cx="731520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4846320"/>
            <a:ext cx="3474720" cy="1645920"/>
          </a:xfrm>
          <a:prstGeom prst="roundRect">
            <a:avLst>
              <a:gd name="adj" fmla="val 6667"/>
            </a:avLst>
          </a:prstGeom>
          <a:solidFill>
            <a:srgbClr val="0F1B2D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5029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Verified Worker Profiles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05840" y="55778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Background-checked local professionals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0" y="4846320"/>
            <a:ext cx="3474720" cy="1645920"/>
          </a:xfrm>
          <a:prstGeom prst="roundRect">
            <a:avLst>
              <a:gd name="adj" fmla="val 6667"/>
            </a:avLst>
          </a:prstGeom>
          <a:solidFill>
            <a:srgbClr val="0F1B2D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0" y="5029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Transparent Ratings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46320" y="55778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Honest reviews from your neighbors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412480" y="4846320"/>
            <a:ext cx="3474720" cy="1645920"/>
          </a:xfrm>
          <a:prstGeom prst="roundRect">
            <a:avLst>
              <a:gd name="adj" fmla="val 6667"/>
            </a:avLst>
          </a:prstGeom>
          <a:solidFill>
            <a:srgbClr val="0F1B2D"/>
          </a:solidFill>
          <a:ln/>
        </p:spPr>
      </p:sp>
      <p:sp>
        <p:nvSpPr>
          <p:cNvPr id="12" name="Text 9"/>
          <p:cNvSpPr/>
          <p:nvPr/>
        </p:nvSpPr>
        <p:spPr>
          <a:xfrm>
            <a:off x="8412480" y="5029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Instant Local Discovery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86800" y="55778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Find trusted help within 2 km radius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INLOCFIX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0" y="1280160"/>
            <a:ext cx="3017520" cy="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2286000"/>
            <a:ext cx="1097280" cy="10972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237744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Search Need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Tell us what service you need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0" y="2834640"/>
            <a:ext cx="100584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389120" y="2286000"/>
            <a:ext cx="1097280" cy="10972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237744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66160" y="3657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Get Verified Match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66160" y="4114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 match you with trusted locals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60720" y="2834640"/>
            <a:ext cx="100584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7315200" y="2286000"/>
            <a:ext cx="1097280" cy="10972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92240" y="3657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Complete Service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92240" y="4114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Get the job done at your doorstep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686800" y="2834640"/>
            <a:ext cx="100584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0241280" y="2286000"/>
            <a:ext cx="1097280" cy="10972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10241280" y="237744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418320" y="3657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Build Trust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18320" y="4114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Rate &amp; review to help your community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12191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Dual-Sided Value Engine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389120" y="1097280"/>
            <a:ext cx="3383280" cy="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45920"/>
            <a:ext cx="502920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202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300" kern="0" dirty="0">
                <a:solidFill>
                  <a:srgbClr val="00B4D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CUSTOMERS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0" y="2560320"/>
            <a:ext cx="2743200" cy="0"/>
          </a:xfrm>
          <a:prstGeom prst="line">
            <a:avLst/>
          </a:prstGeom>
          <a:noFill/>
          <a:ln w="12700">
            <a:solidFill>
              <a:srgbClr val="F0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834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Speed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3200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2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Find help in minutes, not hours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3840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Safety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4206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2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Verified &amp; community-vetted workers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4846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Trust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5212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2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Reviews from your own neighborhood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1645920"/>
            <a:ext cx="5029200" cy="4572000"/>
          </a:xfrm>
          <a:prstGeom prst="roundRect">
            <a:avLst>
              <a:gd name="adj" fmla="val 3000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19202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300" kern="0" dirty="0">
                <a:solidFill>
                  <a:srgbClr val="00B4D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WORKERS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498080" y="2560320"/>
            <a:ext cx="2743200" cy="0"/>
          </a:xfrm>
          <a:prstGeom prst="line">
            <a:avLst/>
          </a:prstGeom>
          <a:noFill/>
          <a:ln w="12700">
            <a:solidFill>
              <a:srgbClr val="2A3A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2834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Visibility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0" y="3200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8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Get discovered by nearby customers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3840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Income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0" y="4206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8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Steady work pipeline, fair pay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4846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Credibility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0" y="5212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8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Build a digital professional profile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Scalable &amp; Sustainable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82296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Business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0" y="1463040"/>
            <a:ext cx="2743200" cy="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011680"/>
            <a:ext cx="3566160" cy="4114800"/>
          </a:xfrm>
          <a:prstGeom prst="roundRect">
            <a:avLst>
              <a:gd name="adj" fmla="val 3846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27000" dist="38100" dir="162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0" y="2468880"/>
            <a:ext cx="1188720" cy="11887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25603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₹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Service Commission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480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8-12%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50292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 completed booking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2011680"/>
            <a:ext cx="3566160" cy="4114800"/>
          </a:xfrm>
          <a:prstGeom prst="roundRect">
            <a:avLst>
              <a:gd name="adj" fmla="val 3846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27000" dist="38100" dir="162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0" y="2468880"/>
            <a:ext cx="1188720" cy="11887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0" y="25603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480560" y="3931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Featured Listings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80560" y="4480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₹299/mo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46320" y="50292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Premium worker visibility boost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321040" y="2011680"/>
            <a:ext cx="3566160" cy="4114800"/>
          </a:xfrm>
          <a:prstGeom prst="roundRect">
            <a:avLst>
              <a:gd name="adj" fmla="val 3846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27000" dist="38100" dir="162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509760" y="2468880"/>
            <a:ext cx="1188720" cy="11887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9509760" y="25603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⟳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321040" y="3931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Partner Referrals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21040" y="4480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₹50/lead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686800" y="50292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Local hardware store partnerships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5333695" cy="6858000"/>
          </a:xfrm>
          <a:prstGeom prst="rect">
            <a:avLst/>
          </a:prstGeom>
          <a:solidFill>
            <a:srgbClr val="152238"/>
          </a:solidFill>
          <a:ln/>
        </p:spPr>
      </p:sp>
      <p:pic>
        <p:nvPicPr>
          <p:cNvPr id="3" name="Image 0" descr="C:\Users\VIVEK-D\.gemini\antigravity\brain\23e73419-b198-484a-980a-4e6a5e244f6d\doorstep_service_17774883300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457200"/>
            <a:ext cx="4754880" cy="594360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4572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Hyperlocal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Growth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Strategy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31520" y="2560320"/>
            <a:ext cx="2286000" cy="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30175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6304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Hardware Store Partnerships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63040" y="3383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On-ground worker onboarding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39319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6304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Social Media Campaigns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4630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Hyperlocal area-targeted ads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31520" y="4846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63040" y="4846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Referral Network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463040" y="5212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Customer-to-customer word of mouth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1520" y="57607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463040" y="5760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Community Flyers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463040" y="6126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Offline trust-building in neighborhoods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65760"/>
            <a:ext cx="12191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Why INLOCFIX Will Matter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0" y="1188720"/>
            <a:ext cx="3931920" cy="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828800"/>
            <a:ext cx="3657600" cy="43891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0" y="2194560"/>
            <a:ext cx="1463040" cy="1097280"/>
          </a:xfrm>
          <a:prstGeom prst="roundRect">
            <a:avLst>
              <a:gd name="adj" fmla="val 8333"/>
            </a:avLst>
          </a:prstGeom>
          <a:solidFill>
            <a:srgbClr val="0F1B2D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22860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5661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Built for Informal India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29768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2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Designed ground-up for Tier 2/3 cities and semi-urban neighborhoods where 80% of service workers operate outside any platform.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657600" cy="43891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162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0" y="2194560"/>
            <a:ext cx="1463040" cy="1097280"/>
          </a:xfrm>
          <a:prstGeom prst="roundRect">
            <a:avLst>
              <a:gd name="adj" fmla="val 8333"/>
            </a:avLst>
          </a:prstGeom>
          <a:solidFill>
            <a:srgbClr val="0F1B2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0" y="22860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63440" y="35661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Simple Low-Tech Onboarding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429768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2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WhatsApp-based registration, missed call verification, and vernacular support — zero barriers to entry for workers.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0" y="1828800"/>
            <a:ext cx="3657600" cy="43891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0" y="2194560"/>
            <a:ext cx="1463040" cy="1097280"/>
          </a:xfrm>
          <a:prstGeom prst="roundRect">
            <a:avLst>
              <a:gd name="adj" fmla="val 8333"/>
            </a:avLst>
          </a:prstGeom>
          <a:solidFill>
            <a:srgbClr val="0F1B2D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0" y="22860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503920" y="35661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Community-First Verification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03920" y="429768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2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Neighborhood vouching system where local trust replaces expensive background checks — authentic and scalable.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828800"/>
            <a:ext cx="57607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10312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spc="200" kern="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BUILDING INDIA'S TRUSTED</a:t>
            </a:r>
            <a:endParaRPr lang="en-US" sz="3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400" b="1" spc="200" kern="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LOCAL SERVICE NETWORK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0" y="3657600"/>
            <a:ext cx="57607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11480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0A8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Empowering invisible workers.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57200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0A8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Creating reliable service access.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502920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0A8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Scaling trust one neighborhood at a time.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566928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500" kern="0" dirty="0">
                <a:solidFill>
                  <a:srgbClr val="00B4D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INLOCFIX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2026-04-30T01:25:05Z</dcterms:created>
  <dcterms:modified xsi:type="dcterms:W3CDTF">2026-04-30T01:25:05Z</dcterms:modified>
</cp:coreProperties>
</file>